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08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2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99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542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943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527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3031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831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227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32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033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7589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B96EF5B-B0A8-3B29-03E9-7D3FD98ACDE3}"/>
              </a:ext>
            </a:extLst>
          </p:cNvPr>
          <p:cNvSpPr txBox="1"/>
          <p:nvPr/>
        </p:nvSpPr>
        <p:spPr>
          <a:xfrm>
            <a:off x="-187115" y="1327522"/>
            <a:ext cx="8491648" cy="469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9917" dirty="0">
                <a:solidFill>
                  <a:srgbClr val="FF0000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繁中</a:t>
            </a:r>
            <a:endParaRPr lang="LID4096" sz="29917" dirty="0">
              <a:solidFill>
                <a:srgbClr val="FF0000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03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2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Misans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Jiaye Wu</dc:creator>
  <cp:lastModifiedBy>Jiaye Wu</cp:lastModifiedBy>
  <cp:revision>4</cp:revision>
  <dcterms:created xsi:type="dcterms:W3CDTF">2024-09-08T14:22:08Z</dcterms:created>
  <dcterms:modified xsi:type="dcterms:W3CDTF">2025-12-11T13:50:17Z</dcterms:modified>
</cp:coreProperties>
</file>