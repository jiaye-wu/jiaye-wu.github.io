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121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4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72947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16816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4963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84112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56844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00929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52326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8439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57365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7665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89889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88856-18BD-4943-ACB1-E391CEA2FDEC}" type="datetimeFigureOut">
              <a:rPr lang="LID4096" smtClean="0"/>
              <a:t>12/11/2025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7F51AB-AE80-4556-A24F-799E32D4CAC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16665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B96EF5B-B0A8-3B29-03E9-7D3FD98ACDE3}"/>
              </a:ext>
            </a:extLst>
          </p:cNvPr>
          <p:cNvSpPr txBox="1"/>
          <p:nvPr/>
        </p:nvSpPr>
        <p:spPr>
          <a:xfrm>
            <a:off x="-162068" y="1974755"/>
            <a:ext cx="10785423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300" dirty="0">
                <a:solidFill>
                  <a:srgbClr val="FF0000"/>
                </a:solidFill>
                <a:latin typeface="Misans" pitchFamily="2" charset="-122"/>
                <a:ea typeface="Misans" pitchFamily="2" charset="-122"/>
                <a:cs typeface="Misans" pitchFamily="2" charset="-122"/>
              </a:rPr>
              <a:t>繁體中文</a:t>
            </a:r>
            <a:endParaRPr lang="LID4096" sz="18300" dirty="0">
              <a:solidFill>
                <a:srgbClr val="FF0000"/>
              </a:solidFill>
              <a:latin typeface="Misans" pitchFamily="2" charset="-122"/>
              <a:ea typeface="Misans" pitchFamily="2" charset="-122"/>
              <a:cs typeface="Misans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4031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3</Words>
  <Application>Microsoft Office PowerPoint</Application>
  <PresentationFormat>全屏显示(4:3)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Misans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Jiaye Wu</dc:creator>
  <cp:lastModifiedBy>Jiaye Wu</cp:lastModifiedBy>
  <cp:revision>4</cp:revision>
  <dcterms:created xsi:type="dcterms:W3CDTF">2024-09-08T14:22:08Z</dcterms:created>
  <dcterms:modified xsi:type="dcterms:W3CDTF">2025-12-11T13:54:35Z</dcterms:modified>
</cp:coreProperties>
</file>