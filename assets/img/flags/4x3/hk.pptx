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9599613" cy="7199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121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0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33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9971" y="1178222"/>
            <a:ext cx="8159671" cy="2506427"/>
          </a:xfrm>
        </p:spPr>
        <p:txBody>
          <a:bodyPr anchor="b"/>
          <a:lstStyle>
            <a:lvl1pPr algn="ctr">
              <a:defRPr sz="629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99952" y="3781306"/>
            <a:ext cx="7199710" cy="1738167"/>
          </a:xfrm>
        </p:spPr>
        <p:txBody>
          <a:bodyPr/>
          <a:lstStyle>
            <a:lvl1pPr marL="0" indent="0" algn="ctr">
              <a:buNone/>
              <a:defRPr sz="2520"/>
            </a:lvl1pPr>
            <a:lvl2pPr marL="479969" indent="0" algn="ctr">
              <a:buNone/>
              <a:defRPr sz="2100"/>
            </a:lvl2pPr>
            <a:lvl3pPr marL="959937" indent="0" algn="ctr">
              <a:buNone/>
              <a:defRPr sz="1890"/>
            </a:lvl3pPr>
            <a:lvl4pPr marL="1439906" indent="0" algn="ctr">
              <a:buNone/>
              <a:defRPr sz="1680"/>
            </a:lvl4pPr>
            <a:lvl5pPr marL="1919874" indent="0" algn="ctr">
              <a:buNone/>
              <a:defRPr sz="1680"/>
            </a:lvl5pPr>
            <a:lvl6pPr marL="2399843" indent="0" algn="ctr">
              <a:buNone/>
              <a:defRPr sz="1680"/>
            </a:lvl6pPr>
            <a:lvl7pPr marL="2879811" indent="0" algn="ctr">
              <a:buNone/>
              <a:defRPr sz="1680"/>
            </a:lvl7pPr>
            <a:lvl8pPr marL="3359780" indent="0" algn="ctr">
              <a:buNone/>
              <a:defRPr sz="1680"/>
            </a:lvl8pPr>
            <a:lvl9pPr marL="3839748" indent="0" algn="ctr">
              <a:buNone/>
              <a:defRPr sz="168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12/12/2025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48919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12/12/2025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08148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4974" y="1794831"/>
            <a:ext cx="8279666" cy="2994714"/>
          </a:xfrm>
        </p:spPr>
        <p:txBody>
          <a:bodyPr anchor="b"/>
          <a:lstStyle>
            <a:lvl1pPr>
              <a:defRPr sz="629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4974" y="4817876"/>
            <a:ext cx="8279666" cy="15748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1pPr>
            <a:lvl2pPr marL="479969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2pPr>
            <a:lvl3pPr marL="959937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3pPr>
            <a:lvl4pPr marL="1439906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4pPr>
            <a:lvl5pPr marL="1919874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5pPr>
            <a:lvl6pPr marL="2399843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6pPr>
            <a:lvl7pPr marL="2879811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7pPr>
            <a:lvl8pPr marL="335978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8pPr>
            <a:lvl9pPr marL="3839748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12/12/2025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10829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9973" y="1916484"/>
            <a:ext cx="4079836" cy="456789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59804" y="1916484"/>
            <a:ext cx="4079836" cy="456789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12/12/2025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30033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224" y="383299"/>
            <a:ext cx="8279666" cy="139153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225" y="1764832"/>
            <a:ext cx="4061086" cy="864917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79969" indent="0">
              <a:buNone/>
              <a:defRPr sz="2100" b="1"/>
            </a:lvl2pPr>
            <a:lvl3pPr marL="959937" indent="0">
              <a:buNone/>
              <a:defRPr sz="1890" b="1"/>
            </a:lvl3pPr>
            <a:lvl4pPr marL="1439906" indent="0">
              <a:buNone/>
              <a:defRPr sz="1680" b="1"/>
            </a:lvl4pPr>
            <a:lvl5pPr marL="1919874" indent="0">
              <a:buNone/>
              <a:defRPr sz="1680" b="1"/>
            </a:lvl5pPr>
            <a:lvl6pPr marL="2399843" indent="0">
              <a:buNone/>
              <a:defRPr sz="1680" b="1"/>
            </a:lvl6pPr>
            <a:lvl7pPr marL="2879811" indent="0">
              <a:buNone/>
              <a:defRPr sz="1680" b="1"/>
            </a:lvl7pPr>
            <a:lvl8pPr marL="3359780" indent="0">
              <a:buNone/>
              <a:defRPr sz="1680" b="1"/>
            </a:lvl8pPr>
            <a:lvl9pPr marL="3839748" indent="0">
              <a:buNone/>
              <a:defRPr sz="168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225" y="2629749"/>
            <a:ext cx="4061086" cy="386796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9805" y="1764832"/>
            <a:ext cx="4081086" cy="864917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79969" indent="0">
              <a:buNone/>
              <a:defRPr sz="2100" b="1"/>
            </a:lvl2pPr>
            <a:lvl3pPr marL="959937" indent="0">
              <a:buNone/>
              <a:defRPr sz="1890" b="1"/>
            </a:lvl3pPr>
            <a:lvl4pPr marL="1439906" indent="0">
              <a:buNone/>
              <a:defRPr sz="1680" b="1"/>
            </a:lvl4pPr>
            <a:lvl5pPr marL="1919874" indent="0">
              <a:buNone/>
              <a:defRPr sz="1680" b="1"/>
            </a:lvl5pPr>
            <a:lvl6pPr marL="2399843" indent="0">
              <a:buNone/>
              <a:defRPr sz="1680" b="1"/>
            </a:lvl6pPr>
            <a:lvl7pPr marL="2879811" indent="0">
              <a:buNone/>
              <a:defRPr sz="1680" b="1"/>
            </a:lvl7pPr>
            <a:lvl8pPr marL="3359780" indent="0">
              <a:buNone/>
              <a:defRPr sz="1680" b="1"/>
            </a:lvl8pPr>
            <a:lvl9pPr marL="3839748" indent="0">
              <a:buNone/>
              <a:defRPr sz="168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59805" y="2629749"/>
            <a:ext cx="4081086" cy="386796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12/12/2025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15090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12/12/2025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35127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12/12/2025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37862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224" y="479954"/>
            <a:ext cx="3096125" cy="1679840"/>
          </a:xfrm>
        </p:spPr>
        <p:txBody>
          <a:bodyPr anchor="b"/>
          <a:lstStyle>
            <a:lvl1pPr>
              <a:defRPr sz="335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086" y="1036570"/>
            <a:ext cx="4859804" cy="5116178"/>
          </a:xfrm>
        </p:spPr>
        <p:txBody>
          <a:bodyPr/>
          <a:lstStyle>
            <a:lvl1pPr>
              <a:defRPr sz="3359"/>
            </a:lvl1pPr>
            <a:lvl2pPr>
              <a:defRPr sz="2939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224" y="2159794"/>
            <a:ext cx="3096125" cy="4001285"/>
          </a:xfrm>
        </p:spPr>
        <p:txBody>
          <a:bodyPr/>
          <a:lstStyle>
            <a:lvl1pPr marL="0" indent="0">
              <a:buNone/>
              <a:defRPr sz="1680"/>
            </a:lvl1pPr>
            <a:lvl2pPr marL="479969" indent="0">
              <a:buNone/>
              <a:defRPr sz="1470"/>
            </a:lvl2pPr>
            <a:lvl3pPr marL="959937" indent="0">
              <a:buNone/>
              <a:defRPr sz="1260"/>
            </a:lvl3pPr>
            <a:lvl4pPr marL="1439906" indent="0">
              <a:buNone/>
              <a:defRPr sz="1050"/>
            </a:lvl4pPr>
            <a:lvl5pPr marL="1919874" indent="0">
              <a:buNone/>
              <a:defRPr sz="1050"/>
            </a:lvl5pPr>
            <a:lvl6pPr marL="2399843" indent="0">
              <a:buNone/>
              <a:defRPr sz="1050"/>
            </a:lvl6pPr>
            <a:lvl7pPr marL="2879811" indent="0">
              <a:buNone/>
              <a:defRPr sz="1050"/>
            </a:lvl7pPr>
            <a:lvl8pPr marL="3359780" indent="0">
              <a:buNone/>
              <a:defRPr sz="1050"/>
            </a:lvl8pPr>
            <a:lvl9pPr marL="3839748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12/12/2025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94939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224" y="479954"/>
            <a:ext cx="3096125" cy="1679840"/>
          </a:xfrm>
        </p:spPr>
        <p:txBody>
          <a:bodyPr anchor="b"/>
          <a:lstStyle>
            <a:lvl1pPr>
              <a:defRPr sz="335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086" y="1036570"/>
            <a:ext cx="4859804" cy="5116178"/>
          </a:xfrm>
        </p:spPr>
        <p:txBody>
          <a:bodyPr anchor="t"/>
          <a:lstStyle>
            <a:lvl1pPr marL="0" indent="0">
              <a:buNone/>
              <a:defRPr sz="3359"/>
            </a:lvl1pPr>
            <a:lvl2pPr marL="479969" indent="0">
              <a:buNone/>
              <a:defRPr sz="2939"/>
            </a:lvl2pPr>
            <a:lvl3pPr marL="959937" indent="0">
              <a:buNone/>
              <a:defRPr sz="2520"/>
            </a:lvl3pPr>
            <a:lvl4pPr marL="1439906" indent="0">
              <a:buNone/>
              <a:defRPr sz="2100"/>
            </a:lvl4pPr>
            <a:lvl5pPr marL="1919874" indent="0">
              <a:buNone/>
              <a:defRPr sz="2100"/>
            </a:lvl5pPr>
            <a:lvl6pPr marL="2399843" indent="0">
              <a:buNone/>
              <a:defRPr sz="2100"/>
            </a:lvl6pPr>
            <a:lvl7pPr marL="2879811" indent="0">
              <a:buNone/>
              <a:defRPr sz="2100"/>
            </a:lvl7pPr>
            <a:lvl8pPr marL="3359780" indent="0">
              <a:buNone/>
              <a:defRPr sz="2100"/>
            </a:lvl8pPr>
            <a:lvl9pPr marL="3839748" indent="0">
              <a:buNone/>
              <a:defRPr sz="21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224" y="2159794"/>
            <a:ext cx="3096125" cy="4001285"/>
          </a:xfrm>
        </p:spPr>
        <p:txBody>
          <a:bodyPr/>
          <a:lstStyle>
            <a:lvl1pPr marL="0" indent="0">
              <a:buNone/>
              <a:defRPr sz="1680"/>
            </a:lvl1pPr>
            <a:lvl2pPr marL="479969" indent="0">
              <a:buNone/>
              <a:defRPr sz="1470"/>
            </a:lvl2pPr>
            <a:lvl3pPr marL="959937" indent="0">
              <a:buNone/>
              <a:defRPr sz="1260"/>
            </a:lvl3pPr>
            <a:lvl4pPr marL="1439906" indent="0">
              <a:buNone/>
              <a:defRPr sz="1050"/>
            </a:lvl4pPr>
            <a:lvl5pPr marL="1919874" indent="0">
              <a:buNone/>
              <a:defRPr sz="1050"/>
            </a:lvl5pPr>
            <a:lvl6pPr marL="2399843" indent="0">
              <a:buNone/>
              <a:defRPr sz="1050"/>
            </a:lvl6pPr>
            <a:lvl7pPr marL="2879811" indent="0">
              <a:buNone/>
              <a:defRPr sz="1050"/>
            </a:lvl7pPr>
            <a:lvl8pPr marL="3359780" indent="0">
              <a:buNone/>
              <a:defRPr sz="1050"/>
            </a:lvl8pPr>
            <a:lvl9pPr marL="3839748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12/12/2025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84233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12/12/2025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22702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69723" y="383297"/>
            <a:ext cx="2069917" cy="610108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9974" y="383297"/>
            <a:ext cx="6089754" cy="610108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12/12/2025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44011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9974" y="383299"/>
            <a:ext cx="8279666" cy="1391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9974" y="1916484"/>
            <a:ext cx="8279666" cy="4567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9973" y="6672698"/>
            <a:ext cx="2159913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788856-18BD-4943-ACB1-E391CEA2FDEC}" type="datetimeFigureOut">
              <a:rPr lang="LID4096" smtClean="0"/>
              <a:t>12/12/2025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79872" y="6672698"/>
            <a:ext cx="3239869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79727" y="6672698"/>
            <a:ext cx="2159913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3262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59937" rtl="0" eaLnBrk="1" latinLnBrk="0" hangingPunct="1">
        <a:lnSpc>
          <a:spcPct val="90000"/>
        </a:lnSpc>
        <a:spcBef>
          <a:spcPct val="0"/>
        </a:spcBef>
        <a:buNone/>
        <a:defRPr sz="461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9984" indent="-239984" algn="l" defTabSz="95993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39" kern="1200">
          <a:solidFill>
            <a:schemeClr val="tx1"/>
          </a:solidFill>
          <a:latin typeface="+mn-lt"/>
          <a:ea typeface="+mn-ea"/>
          <a:cs typeface="+mn-cs"/>
        </a:defRPr>
      </a:lvl1pPr>
      <a:lvl2pPr marL="719953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199921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79890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59859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39827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19796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599764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79733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79969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59937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39906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19874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99843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79811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59780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39748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B96EF5B-B0A8-3B29-03E9-7D3FD98ACDE3}"/>
              </a:ext>
            </a:extLst>
          </p:cNvPr>
          <p:cNvSpPr txBox="1"/>
          <p:nvPr/>
        </p:nvSpPr>
        <p:spPr>
          <a:xfrm>
            <a:off x="-239975" y="484123"/>
            <a:ext cx="11322821" cy="623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9891" b="1" dirty="0">
                <a:solidFill>
                  <a:srgbClr val="FF0000"/>
                </a:solidFill>
                <a:latin typeface="Misans" pitchFamily="2" charset="-122"/>
                <a:ea typeface="Misans" pitchFamily="2" charset="-122"/>
                <a:cs typeface="Misans" pitchFamily="2" charset="-122"/>
              </a:rPr>
              <a:t>繁中</a:t>
            </a:r>
            <a:endParaRPr lang="LID4096" sz="39891" b="1" dirty="0">
              <a:solidFill>
                <a:srgbClr val="FF0000"/>
              </a:solidFill>
              <a:latin typeface="Misans" pitchFamily="2" charset="-122"/>
              <a:ea typeface="Misans" pitchFamily="2" charset="-122"/>
              <a:cs typeface="Misans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64031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</TotalTime>
  <Words>2</Words>
  <Application>Microsoft Office PowerPoint</Application>
  <PresentationFormat>自定义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Misans</vt:lpstr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Jiaye Wu</dc:creator>
  <cp:lastModifiedBy>Jiaye Wu</cp:lastModifiedBy>
  <cp:revision>6</cp:revision>
  <dcterms:created xsi:type="dcterms:W3CDTF">2024-09-08T14:22:08Z</dcterms:created>
  <dcterms:modified xsi:type="dcterms:W3CDTF">2025-12-12T10:05:04Z</dcterms:modified>
</cp:coreProperties>
</file>